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CCD38B-3479-76F0-79FF-AC2F13211533}" v="322" dt="2025-12-08T13:27:05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microsoft.com/office/2015/10/relationships/revisionInfo" Target="revisionInfo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microsoft.com/office/2016/11/relationships/changesInfo" Target="changesInfos/changesInfo1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00227150 Tomas Auskalnis" userId="S::x00227150@mytudublin.ie::cdbd5b4d-52d9-48b0-b3d3-0ff73612b732" providerId="AD" clId="Web-{F0D91F45-544E-6B28-10D0-5401BD121AA9}"/>
    <pc:docChg chg="addSld modSld">
      <pc:chgData name="X00227150 Tomas Auskalnis" userId="S::x00227150@mytudublin.ie::cdbd5b4d-52d9-48b0-b3d3-0ff73612b732" providerId="AD" clId="Web-{F0D91F45-544E-6B28-10D0-5401BD121AA9}" dt="2025-12-07T23:59:15.072" v="36" actId="20577"/>
      <pc:docMkLst>
        <pc:docMk/>
      </pc:docMkLst>
      <pc:sldChg chg="modSp">
        <pc:chgData name="X00227150 Tomas Auskalnis" userId="S::x00227150@mytudublin.ie::cdbd5b4d-52d9-48b0-b3d3-0ff73612b732" providerId="AD" clId="Web-{F0D91F45-544E-6B28-10D0-5401BD121AA9}" dt="2025-12-07T23:58:54.509" v="15" actId="20577"/>
        <pc:sldMkLst>
          <pc:docMk/>
          <pc:sldMk cId="2876814301" sldId="260"/>
        </pc:sldMkLst>
        <pc:spChg chg="mod">
          <ac:chgData name="X00227150 Tomas Auskalnis" userId="S::x00227150@mytudublin.ie::cdbd5b4d-52d9-48b0-b3d3-0ff73612b732" providerId="AD" clId="Web-{F0D91F45-544E-6B28-10D0-5401BD121AA9}" dt="2025-12-07T23:58:54.509" v="15" actId="20577"/>
          <ac:spMkLst>
            <pc:docMk/>
            <pc:sldMk cId="2876814301" sldId="260"/>
            <ac:spMk id="2" creationId="{B3CC320D-51B1-527A-C821-60FB7E4F2AD6}"/>
          </ac:spMkLst>
        </pc:spChg>
      </pc:sldChg>
      <pc:sldChg chg="modSp new">
        <pc:chgData name="X00227150 Tomas Auskalnis" userId="S::x00227150@mytudublin.ie::cdbd5b4d-52d9-48b0-b3d3-0ff73612b732" providerId="AD" clId="Web-{F0D91F45-544E-6B28-10D0-5401BD121AA9}" dt="2025-12-07T23:59:03.228" v="20" actId="20577"/>
        <pc:sldMkLst>
          <pc:docMk/>
          <pc:sldMk cId="667441856" sldId="261"/>
        </pc:sldMkLst>
        <pc:spChg chg="mod">
          <ac:chgData name="X00227150 Tomas Auskalnis" userId="S::x00227150@mytudublin.ie::cdbd5b4d-52d9-48b0-b3d3-0ff73612b732" providerId="AD" clId="Web-{F0D91F45-544E-6B28-10D0-5401BD121AA9}" dt="2025-12-07T23:59:03.228" v="20" actId="20577"/>
          <ac:spMkLst>
            <pc:docMk/>
            <pc:sldMk cId="667441856" sldId="261"/>
            <ac:spMk id="2" creationId="{98C981CC-7FC2-FD1D-D539-DF3B108889BA}"/>
          </ac:spMkLst>
        </pc:spChg>
      </pc:sldChg>
      <pc:sldChg chg="modSp new">
        <pc:chgData name="X00227150 Tomas Auskalnis" userId="S::x00227150@mytudublin.ie::cdbd5b4d-52d9-48b0-b3d3-0ff73612b732" providerId="AD" clId="Web-{F0D91F45-544E-6B28-10D0-5401BD121AA9}" dt="2025-12-07T23:59:15.072" v="36" actId="20577"/>
        <pc:sldMkLst>
          <pc:docMk/>
          <pc:sldMk cId="258606224" sldId="262"/>
        </pc:sldMkLst>
        <pc:spChg chg="mod">
          <ac:chgData name="X00227150 Tomas Auskalnis" userId="S::x00227150@mytudublin.ie::cdbd5b4d-52d9-48b0-b3d3-0ff73612b732" providerId="AD" clId="Web-{F0D91F45-544E-6B28-10D0-5401BD121AA9}" dt="2025-12-07T23:59:15.072" v="36" actId="20577"/>
          <ac:spMkLst>
            <pc:docMk/>
            <pc:sldMk cId="258606224" sldId="262"/>
            <ac:spMk id="2" creationId="{E0C2DC2F-DD9D-153A-E94A-6B235B5C6820}"/>
          </ac:spMkLst>
        </pc:spChg>
      </pc:sldChg>
    </pc:docChg>
  </pc:docChgLst>
  <pc:docChgLst>
    <pc:chgData clId="Web-{F0D91F45-544E-6B28-10D0-5401BD121AA9}"/>
    <pc:docChg chg="addSld">
      <pc:chgData name="" userId="" providerId="" clId="Web-{F0D91F45-544E-6B28-10D0-5401BD121AA9}" dt="2025-12-07T23:58:12.540" v="0"/>
      <pc:docMkLst>
        <pc:docMk/>
      </pc:docMkLst>
      <pc:sldChg chg="new">
        <pc:chgData name="" userId="" providerId="" clId="Web-{F0D91F45-544E-6B28-10D0-5401BD121AA9}" dt="2025-12-07T23:58:12.540" v="0"/>
        <pc:sldMkLst>
          <pc:docMk/>
          <pc:sldMk cId="2876814301" sldId="260"/>
        </pc:sldMkLst>
      </pc:sldChg>
    </pc:docChg>
  </pc:docChgLst>
  <pc:docChgLst>
    <pc:chgData name="X00227150 Tomas Auskalnis" userId="S::x00227150@mytudublin.ie::cdbd5b4d-52d9-48b0-b3d3-0ff73612b732" providerId="AD" clId="Web-{7A9CCF9D-67F7-D2F4-78DF-D731383432AC}"/>
    <pc:docChg chg="addSld modSld addMainMaster delMainMaster">
      <pc:chgData name="X00227150 Tomas Auskalnis" userId="S::x00227150@mytudublin.ie::cdbd5b4d-52d9-48b0-b3d3-0ff73612b732" providerId="AD" clId="Web-{7A9CCF9D-67F7-D2F4-78DF-D731383432AC}" dt="2025-12-04T14:01:11.658" v="237" actId="20577"/>
      <pc:docMkLst>
        <pc:docMk/>
      </pc:docMkLst>
      <pc:sldChg chg="addSp modSp mod setBg modClrScheme setClrOvrMap chgLayout">
        <pc:chgData name="X00227150 Tomas Auskalnis" userId="S::x00227150@mytudublin.ie::cdbd5b4d-52d9-48b0-b3d3-0ff73612b732" providerId="AD" clId="Web-{7A9CCF9D-67F7-D2F4-78DF-D731383432AC}" dt="2025-12-04T13:57:01.476" v="11" actId="20577"/>
        <pc:sldMkLst>
          <pc:docMk/>
          <pc:sldMk cId="3760406801" sldId="256"/>
        </pc:sldMkLst>
        <pc:spChg chg="mod">
          <ac:chgData name="X00227150 Tomas Auskalnis" userId="S::x00227150@mytudublin.ie::cdbd5b4d-52d9-48b0-b3d3-0ff73612b732" providerId="AD" clId="Web-{7A9CCF9D-67F7-D2F4-78DF-D731383432AC}" dt="2025-12-04T13:56:32.709" v="0"/>
          <ac:spMkLst>
            <pc:docMk/>
            <pc:sldMk cId="3760406801" sldId="256"/>
            <ac:spMk id="2" creationId="{F5BB46C1-C0AC-D5C4-BDD5-013370504500}"/>
          </ac:spMkLst>
        </pc:spChg>
        <pc:spChg chg="mod">
          <ac:chgData name="X00227150 Tomas Auskalnis" userId="S::x00227150@mytudublin.ie::cdbd5b4d-52d9-48b0-b3d3-0ff73612b732" providerId="AD" clId="Web-{7A9CCF9D-67F7-D2F4-78DF-D731383432AC}" dt="2025-12-04T13:57:01.476" v="11" actId="20577"/>
          <ac:spMkLst>
            <pc:docMk/>
            <pc:sldMk cId="3760406801" sldId="256"/>
            <ac:spMk id="3" creationId="{FD25F42D-AEC9-C8C8-FEF7-C0C8F7B77367}"/>
          </ac:spMkLst>
        </pc:spChg>
        <pc:spChg chg="add">
          <ac:chgData name="X00227150 Tomas Auskalnis" userId="S::x00227150@mytudublin.ie::cdbd5b4d-52d9-48b0-b3d3-0ff73612b732" providerId="AD" clId="Web-{7A9CCF9D-67F7-D2F4-78DF-D731383432AC}" dt="2025-12-04T13:56:32.709" v="0"/>
          <ac:spMkLst>
            <pc:docMk/>
            <pc:sldMk cId="3760406801" sldId="256"/>
            <ac:spMk id="9" creationId="{A38827F1-3359-44F6-9009-43AE2B17FEAD}"/>
          </ac:spMkLst>
        </pc:spChg>
        <pc:spChg chg="add">
          <ac:chgData name="X00227150 Tomas Auskalnis" userId="S::x00227150@mytudublin.ie::cdbd5b4d-52d9-48b0-b3d3-0ff73612b732" providerId="AD" clId="Web-{7A9CCF9D-67F7-D2F4-78DF-D731383432AC}" dt="2025-12-04T13:56:32.709" v="0"/>
          <ac:spMkLst>
            <pc:docMk/>
            <pc:sldMk cId="3760406801" sldId="256"/>
            <ac:spMk id="11" creationId="{17AFAD67-5350-4773-886F-D6DD7E66DB04}"/>
          </ac:spMkLst>
        </pc:spChg>
        <pc:grpChg chg="add">
          <ac:chgData name="X00227150 Tomas Auskalnis" userId="S::x00227150@mytudublin.ie::cdbd5b4d-52d9-48b0-b3d3-0ff73612b732" providerId="AD" clId="Web-{7A9CCF9D-67F7-D2F4-78DF-D731383432AC}" dt="2025-12-04T13:56:32.709" v="0"/>
          <ac:grpSpMkLst>
            <pc:docMk/>
            <pc:sldMk cId="3760406801" sldId="256"/>
            <ac:grpSpMk id="13" creationId="{3914D2BD-3C47-433D-81FE-DC6C39595F0E}"/>
          </ac:grpSpMkLst>
        </pc:grpChg>
        <pc:picChg chg="add">
          <ac:chgData name="X00227150 Tomas Auskalnis" userId="S::x00227150@mytudublin.ie::cdbd5b4d-52d9-48b0-b3d3-0ff73612b732" providerId="AD" clId="Web-{7A9CCF9D-67F7-D2F4-78DF-D731383432AC}" dt="2025-12-04T13:56:32.709" v="0"/>
          <ac:picMkLst>
            <pc:docMk/>
            <pc:sldMk cId="3760406801" sldId="256"/>
            <ac:picMk id="4" creationId="{F672FA99-424E-4E3B-1A1F-B7D7B9DCF310}"/>
          </ac:picMkLst>
        </pc:picChg>
      </pc:sldChg>
      <pc:sldChg chg="modSp new">
        <pc:chgData name="X00227150 Tomas Auskalnis" userId="S::x00227150@mytudublin.ie::cdbd5b4d-52d9-48b0-b3d3-0ff73612b732" providerId="AD" clId="Web-{7A9CCF9D-67F7-D2F4-78DF-D731383432AC}" dt="2025-12-04T14:01:11.658" v="237" actId="20577"/>
        <pc:sldMkLst>
          <pc:docMk/>
          <pc:sldMk cId="940985763" sldId="257"/>
        </pc:sldMkLst>
        <pc:spChg chg="mod">
          <ac:chgData name="X00227150 Tomas Auskalnis" userId="S::x00227150@mytudublin.ie::cdbd5b4d-52d9-48b0-b3d3-0ff73612b732" providerId="AD" clId="Web-{7A9CCF9D-67F7-D2F4-78DF-D731383432AC}" dt="2025-12-04T13:57:33.257" v="20" actId="20577"/>
          <ac:spMkLst>
            <pc:docMk/>
            <pc:sldMk cId="940985763" sldId="257"/>
            <ac:spMk id="2" creationId="{9F0BEC7C-2DD0-03F4-0929-6B9F9C205D6F}"/>
          </ac:spMkLst>
        </pc:spChg>
        <pc:spChg chg="mod">
          <ac:chgData name="X00227150 Tomas Auskalnis" userId="S::x00227150@mytudublin.ie::cdbd5b4d-52d9-48b0-b3d3-0ff73612b732" providerId="AD" clId="Web-{7A9CCF9D-67F7-D2F4-78DF-D731383432AC}" dt="2025-12-04T14:01:11.658" v="237" actId="20577"/>
          <ac:spMkLst>
            <pc:docMk/>
            <pc:sldMk cId="940985763" sldId="257"/>
            <ac:spMk id="3" creationId="{9CBEA384-9AF7-3854-AF27-374FBA27B8F1}"/>
          </ac:spMkLst>
        </pc:spChg>
      </pc:sldChg>
      <pc:sldMasterChg chg="add addSldLayout">
        <pc:chgData name="X00227150 Tomas Auskalnis" userId="S::x00227150@mytudublin.ie::cdbd5b4d-52d9-48b0-b3d3-0ff73612b732" providerId="AD" clId="Web-{7A9CCF9D-67F7-D2F4-78DF-D731383432AC}" dt="2025-12-04T13:56:32.709" v="0"/>
        <pc:sldMasterMkLst>
          <pc:docMk/>
          <pc:sldMasterMk cId="2351979218" sldId="2147483722"/>
        </pc:sldMasterMkLst>
        <pc:sldLayoutChg chg="add">
          <pc:chgData name="X00227150 Tomas Auskalnis" userId="S::x00227150@mytudublin.ie::cdbd5b4d-52d9-48b0-b3d3-0ff73612b732" providerId="AD" clId="Web-{7A9CCF9D-67F7-D2F4-78DF-D731383432AC}" dt="2025-12-04T13:56:32.709" v="0"/>
          <pc:sldLayoutMkLst>
            <pc:docMk/>
            <pc:sldMasterMk cId="2351979218" sldId="2147483722"/>
            <pc:sldLayoutMk cId="3691035562" sldId="2147483711"/>
          </pc:sldLayoutMkLst>
        </pc:sldLayoutChg>
        <pc:sldLayoutChg chg="add">
          <pc:chgData name="X00227150 Tomas Auskalnis" userId="S::x00227150@mytudublin.ie::cdbd5b4d-52d9-48b0-b3d3-0ff73612b732" providerId="AD" clId="Web-{7A9CCF9D-67F7-D2F4-78DF-D731383432AC}" dt="2025-12-04T13:56:32.709" v="0"/>
          <pc:sldLayoutMkLst>
            <pc:docMk/>
            <pc:sldMasterMk cId="2351979218" sldId="2147483722"/>
            <pc:sldLayoutMk cId="2190505716" sldId="2147483712"/>
          </pc:sldLayoutMkLst>
        </pc:sldLayoutChg>
        <pc:sldLayoutChg chg="add">
          <pc:chgData name="X00227150 Tomas Auskalnis" userId="S::x00227150@mytudublin.ie::cdbd5b4d-52d9-48b0-b3d3-0ff73612b732" providerId="AD" clId="Web-{7A9CCF9D-67F7-D2F4-78DF-D731383432AC}" dt="2025-12-04T13:56:32.709" v="0"/>
          <pc:sldLayoutMkLst>
            <pc:docMk/>
            <pc:sldMasterMk cId="2351979218" sldId="2147483722"/>
            <pc:sldLayoutMk cId="615499480" sldId="2147483713"/>
          </pc:sldLayoutMkLst>
        </pc:sldLayoutChg>
        <pc:sldLayoutChg chg="add">
          <pc:chgData name="X00227150 Tomas Auskalnis" userId="S::x00227150@mytudublin.ie::cdbd5b4d-52d9-48b0-b3d3-0ff73612b732" providerId="AD" clId="Web-{7A9CCF9D-67F7-D2F4-78DF-D731383432AC}" dt="2025-12-04T13:56:32.709" v="0"/>
          <pc:sldLayoutMkLst>
            <pc:docMk/>
            <pc:sldMasterMk cId="2351979218" sldId="2147483722"/>
            <pc:sldLayoutMk cId="1591651393" sldId="2147483714"/>
          </pc:sldLayoutMkLst>
        </pc:sldLayoutChg>
        <pc:sldLayoutChg chg="add">
          <pc:chgData name="X00227150 Tomas Auskalnis" userId="S::x00227150@mytudublin.ie::cdbd5b4d-52d9-48b0-b3d3-0ff73612b732" providerId="AD" clId="Web-{7A9CCF9D-67F7-D2F4-78DF-D731383432AC}" dt="2025-12-04T13:56:32.709" v="0"/>
          <pc:sldLayoutMkLst>
            <pc:docMk/>
            <pc:sldMasterMk cId="2351979218" sldId="2147483722"/>
            <pc:sldLayoutMk cId="2872367004" sldId="2147483715"/>
          </pc:sldLayoutMkLst>
        </pc:sldLayoutChg>
        <pc:sldLayoutChg chg="add">
          <pc:chgData name="X00227150 Tomas Auskalnis" userId="S::x00227150@mytudublin.ie::cdbd5b4d-52d9-48b0-b3d3-0ff73612b732" providerId="AD" clId="Web-{7A9CCF9D-67F7-D2F4-78DF-D731383432AC}" dt="2025-12-04T13:56:32.709" v="0"/>
          <pc:sldLayoutMkLst>
            <pc:docMk/>
            <pc:sldMasterMk cId="2351979218" sldId="2147483722"/>
            <pc:sldLayoutMk cId="687513478" sldId="2147483716"/>
          </pc:sldLayoutMkLst>
        </pc:sldLayoutChg>
        <pc:sldLayoutChg chg="add">
          <pc:chgData name="X00227150 Tomas Auskalnis" userId="S::x00227150@mytudublin.ie::cdbd5b4d-52d9-48b0-b3d3-0ff73612b732" providerId="AD" clId="Web-{7A9CCF9D-67F7-D2F4-78DF-D731383432AC}" dt="2025-12-04T13:56:32.709" v="0"/>
          <pc:sldLayoutMkLst>
            <pc:docMk/>
            <pc:sldMasterMk cId="2351979218" sldId="2147483722"/>
            <pc:sldLayoutMk cId="3002294379" sldId="2147483717"/>
          </pc:sldLayoutMkLst>
        </pc:sldLayoutChg>
        <pc:sldLayoutChg chg="add">
          <pc:chgData name="X00227150 Tomas Auskalnis" userId="S::x00227150@mytudublin.ie::cdbd5b4d-52d9-48b0-b3d3-0ff73612b732" providerId="AD" clId="Web-{7A9CCF9D-67F7-D2F4-78DF-D731383432AC}" dt="2025-12-04T13:56:32.709" v="0"/>
          <pc:sldLayoutMkLst>
            <pc:docMk/>
            <pc:sldMasterMk cId="2351979218" sldId="2147483722"/>
            <pc:sldLayoutMk cId="4198651011" sldId="2147483718"/>
          </pc:sldLayoutMkLst>
        </pc:sldLayoutChg>
        <pc:sldLayoutChg chg="add">
          <pc:chgData name="X00227150 Tomas Auskalnis" userId="S::x00227150@mytudublin.ie::cdbd5b4d-52d9-48b0-b3d3-0ff73612b732" providerId="AD" clId="Web-{7A9CCF9D-67F7-D2F4-78DF-D731383432AC}" dt="2025-12-04T13:56:32.709" v="0"/>
          <pc:sldLayoutMkLst>
            <pc:docMk/>
            <pc:sldMasterMk cId="2351979218" sldId="2147483722"/>
            <pc:sldLayoutMk cId="1940487571" sldId="2147483719"/>
          </pc:sldLayoutMkLst>
        </pc:sldLayoutChg>
        <pc:sldLayoutChg chg="add">
          <pc:chgData name="X00227150 Tomas Auskalnis" userId="S::x00227150@mytudublin.ie::cdbd5b4d-52d9-48b0-b3d3-0ff73612b732" providerId="AD" clId="Web-{7A9CCF9D-67F7-D2F4-78DF-D731383432AC}" dt="2025-12-04T13:56:32.709" v="0"/>
          <pc:sldLayoutMkLst>
            <pc:docMk/>
            <pc:sldMasterMk cId="2351979218" sldId="2147483722"/>
            <pc:sldLayoutMk cId="1019599750" sldId="2147483720"/>
          </pc:sldLayoutMkLst>
        </pc:sldLayoutChg>
        <pc:sldLayoutChg chg="add">
          <pc:chgData name="X00227150 Tomas Auskalnis" userId="S::x00227150@mytudublin.ie::cdbd5b4d-52d9-48b0-b3d3-0ff73612b732" providerId="AD" clId="Web-{7A9CCF9D-67F7-D2F4-78DF-D731383432AC}" dt="2025-12-04T13:56:32.709" v="0"/>
          <pc:sldLayoutMkLst>
            <pc:docMk/>
            <pc:sldMasterMk cId="2351979218" sldId="2147483722"/>
            <pc:sldLayoutMk cId="791846996" sldId="2147483721"/>
          </pc:sldLayoutMkLst>
        </pc:sldLayoutChg>
      </pc:sldMasterChg>
    </pc:docChg>
  </pc:docChgLst>
  <pc:docChgLst>
    <pc:chgData name="X00227150 Tomas Auskalnis" userId="S::x00227150@mytudublin.ie::cdbd5b4d-52d9-48b0-b3d3-0ff73612b732" providerId="AD" clId="Web-{FDD86551-F028-98BD-B7D0-42239F592F01}"/>
    <pc:docChg chg="addSld modSld">
      <pc:chgData name="X00227150 Tomas Auskalnis" userId="S::x00227150@mytudublin.ie::cdbd5b4d-52d9-48b0-b3d3-0ff73612b732" providerId="AD" clId="Web-{FDD86551-F028-98BD-B7D0-42239F592F01}" dt="2025-12-06T12:26:27.123" v="178" actId="20577"/>
      <pc:docMkLst>
        <pc:docMk/>
      </pc:docMkLst>
      <pc:sldChg chg="modSp">
        <pc:chgData name="X00227150 Tomas Auskalnis" userId="S::x00227150@mytudublin.ie::cdbd5b4d-52d9-48b0-b3d3-0ff73612b732" providerId="AD" clId="Web-{FDD86551-F028-98BD-B7D0-42239F592F01}" dt="2025-12-06T12:16:40.978" v="94" actId="20577"/>
        <pc:sldMkLst>
          <pc:docMk/>
          <pc:sldMk cId="940985763" sldId="257"/>
        </pc:sldMkLst>
        <pc:spChg chg="mod">
          <ac:chgData name="X00227150 Tomas Auskalnis" userId="S::x00227150@mytudublin.ie::cdbd5b4d-52d9-48b0-b3d3-0ff73612b732" providerId="AD" clId="Web-{FDD86551-F028-98BD-B7D0-42239F592F01}" dt="2025-12-06T12:16:40.978" v="94" actId="20577"/>
          <ac:spMkLst>
            <pc:docMk/>
            <pc:sldMk cId="940985763" sldId="257"/>
            <ac:spMk id="3" creationId="{9CBEA384-9AF7-3854-AF27-374FBA27B8F1}"/>
          </ac:spMkLst>
        </pc:spChg>
      </pc:sldChg>
      <pc:sldChg chg="modSp new">
        <pc:chgData name="X00227150 Tomas Auskalnis" userId="S::x00227150@mytudublin.ie::cdbd5b4d-52d9-48b0-b3d3-0ff73612b732" providerId="AD" clId="Web-{FDD86551-F028-98BD-B7D0-42239F592F01}" dt="2025-12-06T12:17:28.120" v="100" actId="20577"/>
        <pc:sldMkLst>
          <pc:docMk/>
          <pc:sldMk cId="127026882" sldId="258"/>
        </pc:sldMkLst>
        <pc:spChg chg="mod">
          <ac:chgData name="X00227150 Tomas Auskalnis" userId="S::x00227150@mytudublin.ie::cdbd5b4d-52d9-48b0-b3d3-0ff73612b732" providerId="AD" clId="Web-{FDD86551-F028-98BD-B7D0-42239F592F01}" dt="2025-12-06T12:14:28.601" v="8" actId="20577"/>
          <ac:spMkLst>
            <pc:docMk/>
            <pc:sldMk cId="127026882" sldId="258"/>
            <ac:spMk id="2" creationId="{72D6A15D-5160-49A8-6F40-FDDA61B06325}"/>
          </ac:spMkLst>
        </pc:spChg>
        <pc:spChg chg="mod">
          <ac:chgData name="X00227150 Tomas Auskalnis" userId="S::x00227150@mytudublin.ie::cdbd5b4d-52d9-48b0-b3d3-0ff73612b732" providerId="AD" clId="Web-{FDD86551-F028-98BD-B7D0-42239F592F01}" dt="2025-12-06T12:17:28.120" v="100" actId="20577"/>
          <ac:spMkLst>
            <pc:docMk/>
            <pc:sldMk cId="127026882" sldId="258"/>
            <ac:spMk id="3" creationId="{DDF12382-CCDA-DF15-2285-7275A4C96E90}"/>
          </ac:spMkLst>
        </pc:spChg>
      </pc:sldChg>
      <pc:sldChg chg="modSp new">
        <pc:chgData name="X00227150 Tomas Auskalnis" userId="S::x00227150@mytudublin.ie::cdbd5b4d-52d9-48b0-b3d3-0ff73612b732" providerId="AD" clId="Web-{FDD86551-F028-98BD-B7D0-42239F592F01}" dt="2025-12-06T12:26:27.123" v="178" actId="20577"/>
        <pc:sldMkLst>
          <pc:docMk/>
          <pc:sldMk cId="3912180771" sldId="259"/>
        </pc:sldMkLst>
        <pc:spChg chg="mod">
          <ac:chgData name="X00227150 Tomas Auskalnis" userId="S::x00227150@mytudublin.ie::cdbd5b4d-52d9-48b0-b3d3-0ff73612b732" providerId="AD" clId="Web-{FDD86551-F028-98BD-B7D0-42239F592F01}" dt="2025-12-06T12:17:45.854" v="107" actId="20577"/>
          <ac:spMkLst>
            <pc:docMk/>
            <pc:sldMk cId="3912180771" sldId="259"/>
            <ac:spMk id="2" creationId="{596578D5-C2DE-6AD6-A3BF-C6D775B3E17D}"/>
          </ac:spMkLst>
        </pc:spChg>
        <pc:spChg chg="mod">
          <ac:chgData name="X00227150 Tomas Auskalnis" userId="S::x00227150@mytudublin.ie::cdbd5b4d-52d9-48b0-b3d3-0ff73612b732" providerId="AD" clId="Web-{FDD86551-F028-98BD-B7D0-42239F592F01}" dt="2025-12-06T12:26:27.123" v="178" actId="20577"/>
          <ac:spMkLst>
            <pc:docMk/>
            <pc:sldMk cId="3912180771" sldId="259"/>
            <ac:spMk id="3" creationId="{81F458E4-BB33-ACC7-5492-58502DD988B8}"/>
          </ac:spMkLst>
        </pc:spChg>
      </pc:sldChg>
    </pc:docChg>
  </pc:docChgLst>
  <pc:docChgLst>
    <pc:chgData name="X00227150 Tomas Auskalnis" userId="S::x00227150@mytudublin.ie::cdbd5b4d-52d9-48b0-b3d3-0ff73612b732" providerId="AD" clId="Web-{F2CCD38B-3479-76F0-79FF-AC2F13211533}"/>
    <pc:docChg chg="addSld modSld">
      <pc:chgData name="X00227150 Tomas Auskalnis" userId="S::x00227150@mytudublin.ie::cdbd5b4d-52d9-48b0-b3d3-0ff73612b732" providerId="AD" clId="Web-{F2CCD38B-3479-76F0-79FF-AC2F13211533}" dt="2025-12-08T13:27:08.516" v="320"/>
      <pc:docMkLst>
        <pc:docMk/>
      </pc:docMkLst>
      <pc:sldChg chg="addSp delSp modSp mod setBg">
        <pc:chgData name="X00227150 Tomas Auskalnis" userId="S::x00227150@mytudublin.ie::cdbd5b4d-52d9-48b0-b3d3-0ff73612b732" providerId="AD" clId="Web-{F2CCD38B-3479-76F0-79FF-AC2F13211533}" dt="2025-12-08T13:25:19.601" v="310"/>
        <pc:sldMkLst>
          <pc:docMk/>
          <pc:sldMk cId="940985763" sldId="257"/>
        </pc:sldMkLst>
        <pc:spChg chg="mod">
          <ac:chgData name="X00227150 Tomas Auskalnis" userId="S::x00227150@mytudublin.ie::cdbd5b4d-52d9-48b0-b3d3-0ff73612b732" providerId="AD" clId="Web-{F2CCD38B-3479-76F0-79FF-AC2F13211533}" dt="2025-12-08T13:25:19.601" v="310"/>
          <ac:spMkLst>
            <pc:docMk/>
            <pc:sldMk cId="940985763" sldId="257"/>
            <ac:spMk id="2" creationId="{9F0BEC7C-2DD0-03F4-0929-6B9F9C205D6F}"/>
          </ac:spMkLst>
        </pc:spChg>
        <pc:spChg chg="mod">
          <ac:chgData name="X00227150 Tomas Auskalnis" userId="S::x00227150@mytudublin.ie::cdbd5b4d-52d9-48b0-b3d3-0ff73612b732" providerId="AD" clId="Web-{F2CCD38B-3479-76F0-79FF-AC2F13211533}" dt="2025-12-08T13:25:19.601" v="310"/>
          <ac:spMkLst>
            <pc:docMk/>
            <pc:sldMk cId="940985763" sldId="257"/>
            <ac:spMk id="3" creationId="{9CBEA384-9AF7-3854-AF27-374FBA27B8F1}"/>
          </ac:spMkLst>
        </pc:spChg>
        <pc:spChg chg="add del">
          <ac:chgData name="X00227150 Tomas Auskalnis" userId="S::x00227150@mytudublin.ie::cdbd5b4d-52d9-48b0-b3d3-0ff73612b732" providerId="AD" clId="Web-{F2CCD38B-3479-76F0-79FF-AC2F13211533}" dt="2025-12-08T13:25:19.586" v="309"/>
          <ac:spMkLst>
            <pc:docMk/>
            <pc:sldMk cId="940985763" sldId="257"/>
            <ac:spMk id="10" creationId="{059AD101-BC08-433A-AD99-409B66C2D2A7}"/>
          </ac:spMkLst>
        </pc:spChg>
        <pc:spChg chg="add del">
          <ac:chgData name="X00227150 Tomas Auskalnis" userId="S::x00227150@mytudublin.ie::cdbd5b4d-52d9-48b0-b3d3-0ff73612b732" providerId="AD" clId="Web-{F2CCD38B-3479-76F0-79FF-AC2F13211533}" dt="2025-12-08T13:25:19.586" v="309"/>
          <ac:spMkLst>
            <pc:docMk/>
            <pc:sldMk cId="940985763" sldId="257"/>
            <ac:spMk id="12" creationId="{3E788242-4E16-4277-AC99-8601B722B507}"/>
          </ac:spMkLst>
        </pc:spChg>
        <pc:spChg chg="add">
          <ac:chgData name="X00227150 Tomas Auskalnis" userId="S::x00227150@mytudublin.ie::cdbd5b4d-52d9-48b0-b3d3-0ff73612b732" providerId="AD" clId="Web-{F2CCD38B-3479-76F0-79FF-AC2F13211533}" dt="2025-12-08T13:25:19.601" v="310"/>
          <ac:spMkLst>
            <pc:docMk/>
            <pc:sldMk cId="940985763" sldId="257"/>
            <ac:spMk id="21" creationId="{CF10C978-51B5-420C-9A05-C8F194EACAC3}"/>
          </ac:spMkLst>
        </pc:spChg>
        <pc:spChg chg="add">
          <ac:chgData name="X00227150 Tomas Auskalnis" userId="S::x00227150@mytudublin.ie::cdbd5b4d-52d9-48b0-b3d3-0ff73612b732" providerId="AD" clId="Web-{F2CCD38B-3479-76F0-79FF-AC2F13211533}" dt="2025-12-08T13:25:19.601" v="310"/>
          <ac:spMkLst>
            <pc:docMk/>
            <pc:sldMk cId="940985763" sldId="257"/>
            <ac:spMk id="22" creationId="{28D34D1C-4E49-4D32-96F1-E49CEBBF86E0}"/>
          </ac:spMkLst>
        </pc:spChg>
        <pc:grpChg chg="add del">
          <ac:chgData name="X00227150 Tomas Auskalnis" userId="S::x00227150@mytudublin.ie::cdbd5b4d-52d9-48b0-b3d3-0ff73612b732" providerId="AD" clId="Web-{F2CCD38B-3479-76F0-79FF-AC2F13211533}" dt="2025-12-08T13:25:19.586" v="309"/>
          <ac:grpSpMkLst>
            <pc:docMk/>
            <pc:sldMk cId="940985763" sldId="257"/>
            <ac:grpSpMk id="14" creationId="{BE5E049A-4A23-44CB-B5ED-030BD25A1E0D}"/>
          </ac:grpSpMkLst>
        </pc:grpChg>
        <pc:grpChg chg="add">
          <ac:chgData name="X00227150 Tomas Auskalnis" userId="S::x00227150@mytudublin.ie::cdbd5b4d-52d9-48b0-b3d3-0ff73612b732" providerId="AD" clId="Web-{F2CCD38B-3479-76F0-79FF-AC2F13211533}" dt="2025-12-08T13:25:19.601" v="310"/>
          <ac:grpSpMkLst>
            <pc:docMk/>
            <pc:sldMk cId="940985763" sldId="257"/>
            <ac:grpSpMk id="23" creationId="{8DE1C2A4-07AC-4931-BB55-109C585A5739}"/>
          </ac:grpSpMkLst>
        </pc:grpChg>
        <pc:picChg chg="add mod">
          <ac:chgData name="X00227150 Tomas Auskalnis" userId="S::x00227150@mytudublin.ie::cdbd5b4d-52d9-48b0-b3d3-0ff73612b732" providerId="AD" clId="Web-{F2CCD38B-3479-76F0-79FF-AC2F13211533}" dt="2025-12-08T13:25:19.601" v="310"/>
          <ac:picMkLst>
            <pc:docMk/>
            <pc:sldMk cId="940985763" sldId="257"/>
            <ac:picMk id="4" creationId="{B7FDE3C6-C510-65AE-9472-13F13D2B0E34}"/>
          </ac:picMkLst>
        </pc:picChg>
        <pc:picChg chg="add mod">
          <ac:chgData name="X00227150 Tomas Auskalnis" userId="S::x00227150@mytudublin.ie::cdbd5b4d-52d9-48b0-b3d3-0ff73612b732" providerId="AD" clId="Web-{F2CCD38B-3479-76F0-79FF-AC2F13211533}" dt="2025-12-08T13:25:19.601" v="310"/>
          <ac:picMkLst>
            <pc:docMk/>
            <pc:sldMk cId="940985763" sldId="257"/>
            <ac:picMk id="5" creationId="{7703ACB2-1198-C987-73AB-9C8D404614F8}"/>
          </ac:picMkLst>
        </pc:picChg>
      </pc:sldChg>
      <pc:sldChg chg="addSp delSp modSp mod setBg">
        <pc:chgData name="X00227150 Tomas Auskalnis" userId="S::x00227150@mytudublin.ie::cdbd5b4d-52d9-48b0-b3d3-0ff73612b732" providerId="AD" clId="Web-{F2CCD38B-3479-76F0-79FF-AC2F13211533}" dt="2025-12-08T13:23:48.478" v="299" actId="20577"/>
        <pc:sldMkLst>
          <pc:docMk/>
          <pc:sldMk cId="2876814301" sldId="260"/>
        </pc:sldMkLst>
        <pc:spChg chg="mod">
          <ac:chgData name="X00227150 Tomas Auskalnis" userId="S::x00227150@mytudublin.ie::cdbd5b4d-52d9-48b0-b3d3-0ff73612b732" providerId="AD" clId="Web-{F2CCD38B-3479-76F0-79FF-AC2F13211533}" dt="2025-12-08T13:23:48.478" v="299" actId="20577"/>
          <ac:spMkLst>
            <pc:docMk/>
            <pc:sldMk cId="2876814301" sldId="260"/>
            <ac:spMk id="2" creationId="{B3CC320D-51B1-527A-C821-60FB7E4F2AD6}"/>
          </ac:spMkLst>
        </pc:spChg>
        <pc:spChg chg="mod">
          <ac:chgData name="X00227150 Tomas Auskalnis" userId="S::x00227150@mytudublin.ie::cdbd5b4d-52d9-48b0-b3d3-0ff73612b732" providerId="AD" clId="Web-{F2CCD38B-3479-76F0-79FF-AC2F13211533}" dt="2025-12-08T12:46:29.028" v="109"/>
          <ac:spMkLst>
            <pc:docMk/>
            <pc:sldMk cId="2876814301" sldId="260"/>
            <ac:spMk id="3" creationId="{01254131-36ED-FF4A-EA97-2EE195E7F96B}"/>
          </ac:spMkLst>
        </pc:spChg>
        <pc:spChg chg="add del">
          <ac:chgData name="X00227150 Tomas Auskalnis" userId="S::x00227150@mytudublin.ie::cdbd5b4d-52d9-48b0-b3d3-0ff73612b732" providerId="AD" clId="Web-{F2CCD38B-3479-76F0-79FF-AC2F13211533}" dt="2025-12-08T12:46:29.012" v="108"/>
          <ac:spMkLst>
            <pc:docMk/>
            <pc:sldMk cId="2876814301" sldId="260"/>
            <ac:spMk id="10" creationId="{CF10C978-51B5-420C-9A05-C8F194EACAC3}"/>
          </ac:spMkLst>
        </pc:spChg>
        <pc:spChg chg="add del">
          <ac:chgData name="X00227150 Tomas Auskalnis" userId="S::x00227150@mytudublin.ie::cdbd5b4d-52d9-48b0-b3d3-0ff73612b732" providerId="AD" clId="Web-{F2CCD38B-3479-76F0-79FF-AC2F13211533}" dt="2025-12-08T12:46:29.012" v="108"/>
          <ac:spMkLst>
            <pc:docMk/>
            <pc:sldMk cId="2876814301" sldId="260"/>
            <ac:spMk id="12" creationId="{28D34D1C-4E49-4D32-96F1-E49CEBBF86E0}"/>
          </ac:spMkLst>
        </pc:spChg>
        <pc:spChg chg="add">
          <ac:chgData name="X00227150 Tomas Auskalnis" userId="S::x00227150@mytudublin.ie::cdbd5b4d-52d9-48b0-b3d3-0ff73612b732" providerId="AD" clId="Web-{F2CCD38B-3479-76F0-79FF-AC2F13211533}" dt="2025-12-08T12:46:29.028" v="109"/>
          <ac:spMkLst>
            <pc:docMk/>
            <pc:sldMk cId="2876814301" sldId="260"/>
            <ac:spMk id="22" creationId="{059AD101-BC08-433A-AD99-409B66C2D2A7}"/>
          </ac:spMkLst>
        </pc:spChg>
        <pc:spChg chg="add">
          <ac:chgData name="X00227150 Tomas Auskalnis" userId="S::x00227150@mytudublin.ie::cdbd5b4d-52d9-48b0-b3d3-0ff73612b732" providerId="AD" clId="Web-{F2CCD38B-3479-76F0-79FF-AC2F13211533}" dt="2025-12-08T12:46:29.028" v="109"/>
          <ac:spMkLst>
            <pc:docMk/>
            <pc:sldMk cId="2876814301" sldId="260"/>
            <ac:spMk id="23" creationId="{3E788242-4E16-4277-AC99-8601B722B507}"/>
          </ac:spMkLst>
        </pc:spChg>
        <pc:grpChg chg="add del">
          <ac:chgData name="X00227150 Tomas Auskalnis" userId="S::x00227150@mytudublin.ie::cdbd5b4d-52d9-48b0-b3d3-0ff73612b732" providerId="AD" clId="Web-{F2CCD38B-3479-76F0-79FF-AC2F13211533}" dt="2025-12-08T12:46:29.012" v="108"/>
          <ac:grpSpMkLst>
            <pc:docMk/>
            <pc:sldMk cId="2876814301" sldId="260"/>
            <ac:grpSpMk id="14" creationId="{8DE1C2A4-07AC-4931-BB55-109C585A5739}"/>
          </ac:grpSpMkLst>
        </pc:grpChg>
        <pc:grpChg chg="add">
          <ac:chgData name="X00227150 Tomas Auskalnis" userId="S::x00227150@mytudublin.ie::cdbd5b4d-52d9-48b0-b3d3-0ff73612b732" providerId="AD" clId="Web-{F2CCD38B-3479-76F0-79FF-AC2F13211533}" dt="2025-12-08T12:46:29.028" v="109"/>
          <ac:grpSpMkLst>
            <pc:docMk/>
            <pc:sldMk cId="2876814301" sldId="260"/>
            <ac:grpSpMk id="24" creationId="{BE5E049A-4A23-44CB-B5ED-030BD25A1E0D}"/>
          </ac:grpSpMkLst>
        </pc:grpChg>
        <pc:picChg chg="add mod">
          <ac:chgData name="X00227150 Tomas Auskalnis" userId="S::x00227150@mytudublin.ie::cdbd5b4d-52d9-48b0-b3d3-0ff73612b732" providerId="AD" clId="Web-{F2CCD38B-3479-76F0-79FF-AC2F13211533}" dt="2025-12-08T12:46:43.935" v="113" actId="1076"/>
          <ac:picMkLst>
            <pc:docMk/>
            <pc:sldMk cId="2876814301" sldId="260"/>
            <ac:picMk id="4" creationId="{B1D00662-69CA-266E-38F0-EDD91F268346}"/>
          </ac:picMkLst>
        </pc:picChg>
        <pc:picChg chg="add mod">
          <ac:chgData name="X00227150 Tomas Auskalnis" userId="S::x00227150@mytudublin.ie::cdbd5b4d-52d9-48b0-b3d3-0ff73612b732" providerId="AD" clId="Web-{F2CCD38B-3479-76F0-79FF-AC2F13211533}" dt="2025-12-08T12:46:29.028" v="109"/>
          <ac:picMkLst>
            <pc:docMk/>
            <pc:sldMk cId="2876814301" sldId="260"/>
            <ac:picMk id="5" creationId="{69E83481-18BF-B5DE-9321-BE553DAF5430}"/>
          </ac:picMkLst>
        </pc:picChg>
      </pc:sldChg>
      <pc:sldChg chg="modSp">
        <pc:chgData name="X00227150 Tomas Auskalnis" userId="S::x00227150@mytudublin.ie::cdbd5b4d-52d9-48b0-b3d3-0ff73612b732" providerId="AD" clId="Web-{F2CCD38B-3479-76F0-79FF-AC2F13211533}" dt="2025-12-08T13:23:34.022" v="298" actId="20577"/>
        <pc:sldMkLst>
          <pc:docMk/>
          <pc:sldMk cId="667441856" sldId="261"/>
        </pc:sldMkLst>
        <pc:spChg chg="mod">
          <ac:chgData name="X00227150 Tomas Auskalnis" userId="S::x00227150@mytudublin.ie::cdbd5b4d-52d9-48b0-b3d3-0ff73612b732" providerId="AD" clId="Web-{F2CCD38B-3479-76F0-79FF-AC2F13211533}" dt="2025-12-08T13:23:10.970" v="292" actId="20577"/>
          <ac:spMkLst>
            <pc:docMk/>
            <pc:sldMk cId="667441856" sldId="261"/>
            <ac:spMk id="2" creationId="{98C981CC-7FC2-FD1D-D539-DF3B108889BA}"/>
          </ac:spMkLst>
        </pc:spChg>
        <pc:spChg chg="mod">
          <ac:chgData name="X00227150 Tomas Auskalnis" userId="S::x00227150@mytudublin.ie::cdbd5b4d-52d9-48b0-b3d3-0ff73612b732" providerId="AD" clId="Web-{F2CCD38B-3479-76F0-79FF-AC2F13211533}" dt="2025-12-08T13:23:34.022" v="298" actId="20577"/>
          <ac:spMkLst>
            <pc:docMk/>
            <pc:sldMk cId="667441856" sldId="261"/>
            <ac:spMk id="3" creationId="{95C6D0D0-EBFF-8A71-0F88-7B04CA869E56}"/>
          </ac:spMkLst>
        </pc:spChg>
      </pc:sldChg>
      <pc:sldChg chg="modSp">
        <pc:chgData name="X00227150 Tomas Auskalnis" userId="S::x00227150@mytudublin.ie::cdbd5b4d-52d9-48b0-b3d3-0ff73612b732" providerId="AD" clId="Web-{F2CCD38B-3479-76F0-79FF-AC2F13211533}" dt="2025-12-08T13:05:07.659" v="274" actId="1076"/>
        <pc:sldMkLst>
          <pc:docMk/>
          <pc:sldMk cId="258606224" sldId="262"/>
        </pc:sldMkLst>
        <pc:spChg chg="mod">
          <ac:chgData name="X00227150 Tomas Auskalnis" userId="S::x00227150@mytudublin.ie::cdbd5b4d-52d9-48b0-b3d3-0ff73612b732" providerId="AD" clId="Web-{F2CCD38B-3479-76F0-79FF-AC2F13211533}" dt="2025-12-08T13:05:07.659" v="274" actId="1076"/>
          <ac:spMkLst>
            <pc:docMk/>
            <pc:sldMk cId="258606224" sldId="262"/>
            <ac:spMk id="2" creationId="{E0C2DC2F-DD9D-153A-E94A-6B235B5C6820}"/>
          </ac:spMkLst>
        </pc:spChg>
      </pc:sldChg>
      <pc:sldChg chg="addSp delSp modSp new mod setBg">
        <pc:chgData name="X00227150 Tomas Auskalnis" userId="S::x00227150@mytudublin.ie::cdbd5b4d-52d9-48b0-b3d3-0ff73612b732" providerId="AD" clId="Web-{F2CCD38B-3479-76F0-79FF-AC2F13211533}" dt="2025-12-08T13:27:08.516" v="320"/>
        <pc:sldMkLst>
          <pc:docMk/>
          <pc:sldMk cId="2495207100" sldId="263"/>
        </pc:sldMkLst>
        <pc:spChg chg="mod">
          <ac:chgData name="X00227150 Tomas Auskalnis" userId="S::x00227150@mytudublin.ie::cdbd5b4d-52d9-48b0-b3d3-0ff73612b732" providerId="AD" clId="Web-{F2CCD38B-3479-76F0-79FF-AC2F13211533}" dt="2025-12-08T13:27:08.516" v="320"/>
          <ac:spMkLst>
            <pc:docMk/>
            <pc:sldMk cId="2495207100" sldId="263"/>
            <ac:spMk id="2" creationId="{5E1D8599-D9BB-1F33-C424-E82F83B6FE91}"/>
          </ac:spMkLst>
        </pc:spChg>
        <pc:spChg chg="del">
          <ac:chgData name="X00227150 Tomas Auskalnis" userId="S::x00227150@mytudublin.ie::cdbd5b4d-52d9-48b0-b3d3-0ff73612b732" providerId="AD" clId="Web-{F2CCD38B-3479-76F0-79FF-AC2F13211533}" dt="2025-12-08T13:27:05.015" v="319"/>
          <ac:spMkLst>
            <pc:docMk/>
            <pc:sldMk cId="2495207100" sldId="263"/>
            <ac:spMk id="3" creationId="{4E8A57A9-1D23-8CE0-88D5-B62DBBAC5FDB}"/>
          </ac:spMkLst>
        </pc:spChg>
        <pc:spChg chg="add">
          <ac:chgData name="X00227150 Tomas Auskalnis" userId="S::x00227150@mytudublin.ie::cdbd5b4d-52d9-48b0-b3d3-0ff73612b732" providerId="AD" clId="Web-{F2CCD38B-3479-76F0-79FF-AC2F13211533}" dt="2025-12-08T13:27:08.516" v="320"/>
          <ac:spMkLst>
            <pc:docMk/>
            <pc:sldMk cId="2495207100" sldId="263"/>
            <ac:spMk id="9" creationId="{2293296F-4C3A-4530-98F5-F83646ACE913}"/>
          </ac:spMkLst>
        </pc:spChg>
        <pc:spChg chg="add">
          <ac:chgData name="X00227150 Tomas Auskalnis" userId="S::x00227150@mytudublin.ie::cdbd5b4d-52d9-48b0-b3d3-0ff73612b732" providerId="AD" clId="Web-{F2CCD38B-3479-76F0-79FF-AC2F13211533}" dt="2025-12-08T13:27:08.516" v="320"/>
          <ac:spMkLst>
            <pc:docMk/>
            <pc:sldMk cId="2495207100" sldId="263"/>
            <ac:spMk id="19" creationId="{916F6374-2300-41FF-BA7E-22FADCD95D3B}"/>
          </ac:spMkLst>
        </pc:spChg>
        <pc:spChg chg="add">
          <ac:chgData name="X00227150 Tomas Auskalnis" userId="S::x00227150@mytudublin.ie::cdbd5b4d-52d9-48b0-b3d3-0ff73612b732" providerId="AD" clId="Web-{F2CCD38B-3479-76F0-79FF-AC2F13211533}" dt="2025-12-08T13:27:08.516" v="320"/>
          <ac:spMkLst>
            <pc:docMk/>
            <pc:sldMk cId="2495207100" sldId="263"/>
            <ac:spMk id="21" creationId="{90864D9E-0A0C-482E-86DE-9C4E729C38D7}"/>
          </ac:spMkLst>
        </pc:spChg>
        <pc:grpChg chg="add">
          <ac:chgData name="X00227150 Tomas Auskalnis" userId="S::x00227150@mytudublin.ie::cdbd5b4d-52d9-48b0-b3d3-0ff73612b732" providerId="AD" clId="Web-{F2CCD38B-3479-76F0-79FF-AC2F13211533}" dt="2025-12-08T13:27:08.516" v="320"/>
          <ac:grpSpMkLst>
            <pc:docMk/>
            <pc:sldMk cId="2495207100" sldId="263"/>
            <ac:grpSpMk id="11" creationId="{3914D2BD-3C47-433D-81FE-DC6C39595F0E}"/>
          </ac:grpSpMkLst>
        </pc:grpChg>
        <pc:grpChg chg="add">
          <ac:chgData name="X00227150 Tomas Auskalnis" userId="S::x00227150@mytudublin.ie::cdbd5b4d-52d9-48b0-b3d3-0ff73612b732" providerId="AD" clId="Web-{F2CCD38B-3479-76F0-79FF-AC2F13211533}" dt="2025-12-08T13:27:08.516" v="320"/>
          <ac:grpSpMkLst>
            <pc:docMk/>
            <pc:sldMk cId="2495207100" sldId="263"/>
            <ac:grpSpMk id="23" creationId="{859EF20D-5821-4F54-BD14-AB7D16330F88}"/>
          </ac:grpSpMkLst>
        </pc:grpChg>
        <pc:picChg chg="add mod ord">
          <ac:chgData name="X00227150 Tomas Auskalnis" userId="S::x00227150@mytudublin.ie::cdbd5b4d-52d9-48b0-b3d3-0ff73612b732" providerId="AD" clId="Web-{F2CCD38B-3479-76F0-79FF-AC2F13211533}" dt="2025-12-08T13:27:08.516" v="320"/>
          <ac:picMkLst>
            <pc:docMk/>
            <pc:sldMk cId="2495207100" sldId="263"/>
            <ac:picMk id="4" creationId="{7F2CE2A2-B2BB-C541-1B23-FD4262BF20C3}"/>
          </ac:picMkLst>
        </pc:picChg>
      </pc:sldChg>
    </pc:docChg>
  </pc:docChgLst>
  <pc:docChgLst>
    <pc:chgData name="X00227150 Tomas Auskalnis" userId="cdbd5b4d-52d9-48b0-b3d3-0ff73612b732" providerId="ADAL" clId="{F9D4CDDD-6996-307F-AEB1-C3CACC8344E1}"/>
    <pc:docChg chg="modSld">
      <pc:chgData name="X00227150 Tomas Auskalnis" userId="cdbd5b4d-52d9-48b0-b3d3-0ff73612b732" providerId="ADAL" clId="{F9D4CDDD-6996-307F-AEB1-C3CACC8344E1}" dt="2025-12-09T10:29:40.438" v="51" actId="5793"/>
      <pc:docMkLst>
        <pc:docMk/>
      </pc:docMkLst>
      <pc:sldChg chg="modSp mod">
        <pc:chgData name="X00227150 Tomas Auskalnis" userId="cdbd5b4d-52d9-48b0-b3d3-0ff73612b732" providerId="ADAL" clId="{F9D4CDDD-6996-307F-AEB1-C3CACC8344E1}" dt="2025-12-09T10:29:40.438" v="51" actId="5793"/>
        <pc:sldMkLst>
          <pc:docMk/>
          <pc:sldMk cId="940985763" sldId="257"/>
        </pc:sldMkLst>
        <pc:spChg chg="mod">
          <ac:chgData name="X00227150 Tomas Auskalnis" userId="cdbd5b4d-52d9-48b0-b3d3-0ff73612b732" providerId="ADAL" clId="{F9D4CDDD-6996-307F-AEB1-C3CACC8344E1}" dt="2025-12-09T10:29:40.438" v="51" actId="5793"/>
          <ac:spMkLst>
            <pc:docMk/>
            <pc:sldMk cId="940985763" sldId="257"/>
            <ac:spMk id="3" creationId="{9CBEA384-9AF7-3854-AF27-374FBA27B8F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9829800" cy="2387600"/>
          </a:xfrm>
        </p:spPr>
        <p:txBody>
          <a:bodyPr anchor="b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9829800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9549D6DC-E1CB-4874-BF52-C3407230D20E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035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3E51-B7F7-4C24-B8E3-5471755DC0E0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505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1A59F-D956-4598-A3C1-AE72A5387751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499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95847"/>
            <a:ext cx="5181600" cy="3981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95847"/>
            <a:ext cx="5181600" cy="3981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BBD69-7BD3-4731-8064-242619E92CBE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651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9131"/>
            <a:ext cx="5157787" cy="693696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10625"/>
            <a:ext cx="5157787" cy="31005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9131"/>
            <a:ext cx="5183188" cy="693696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10625"/>
            <a:ext cx="5183188" cy="31005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77D9-239F-488B-9358-023C46BC7084}" type="datetime1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67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52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1C24-7140-4FDE-92F3-654C6E2D3C1C}" type="datetime1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513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6ACF-ECB9-4B5F-A429-08B8AC75E8EF}" type="datetime1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294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346326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31521"/>
            <a:ext cx="6172200" cy="512953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B429B-EE2A-486A-BDB9-0C848B4FAFDD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651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341564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7257"/>
            <a:ext cx="6172200" cy="517379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5FE4A-CB8D-40AB-BFFC-AAF37EA071CB}" type="datetime1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487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1D81-C4B9-4A87-89A7-22E29E6C9200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599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31520"/>
            <a:ext cx="2628900" cy="53780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31520"/>
            <a:ext cx="7734300" cy="53780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7718-69F7-427E-95A3-C1246AF46913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46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293296F-4C3A-4530-98F5-F83646ACE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</a:extLst>
            </p:cNvPr>
            <p:cNvCxnSpPr>
              <a:cxnSpLocks/>
            </p:cNvCxnSpPr>
            <p:nvPr/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</a:extLst>
            </p:cNvPr>
            <p:cNvCxnSpPr>
              <a:cxnSpLocks/>
            </p:cNvCxnSpPr>
            <p:nvPr/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</a:extLst>
            </p:cNvPr>
            <p:cNvSpPr/>
            <p:nvPr/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</a:extLst>
            </p:cNvPr>
            <p:cNvSpPr/>
            <p:nvPr/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89408"/>
            <a:ext cx="10515600" cy="3821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0517C94-3B1E-4991-BED3-41F8B0158A00}" type="datetime1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467" y="3246434"/>
            <a:ext cx="628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73BAE12-D270-459D-897B-6833652BB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79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8827F1-3359-44F6-9009-43AE2B17F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"/>
            <a:ext cx="12192001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AFAD67-5350-4773-886F-D6DD7E66D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7346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72FA99-424E-4E3B-1A1F-B7D7B9DCF3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r="-1" b="6036"/>
          <a:stretch>
            <a:fillRect/>
          </a:stretch>
        </p:blipFill>
        <p:spPr>
          <a:xfrm>
            <a:off x="20" y="-1"/>
            <a:ext cx="12189789" cy="6873457"/>
          </a:xfrm>
          <a:prstGeom prst="rect">
            <a:avLst/>
          </a:prstGeom>
          <a:ln w="12700">
            <a:noFill/>
          </a:ln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"/>
            <a:ext cx="12192000" cy="6857996"/>
            <a:chOff x="572" y="-1"/>
            <a:chExt cx="12192000" cy="6857996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9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5BB46C1-C0AC-D5C4-BDD5-013370504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3429000"/>
            <a:ext cx="7151357" cy="2387600"/>
          </a:xfrm>
        </p:spPr>
        <p:txBody>
          <a:bodyPr anchor="t">
            <a:normAutofit/>
          </a:bodyPr>
          <a:lstStyle/>
          <a:p>
            <a:r>
              <a:rPr lang="en-IE">
                <a:solidFill>
                  <a:srgbClr val="FFFFFF"/>
                </a:solidFill>
              </a:rPr>
              <a:t>AI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25F42D-AEC9-C8C8-FEF7-C0C8F7B773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1040986"/>
            <a:ext cx="7151357" cy="2272483"/>
          </a:xfrm>
        </p:spPr>
        <p:txBody>
          <a:bodyPr anchor="b">
            <a:normAutofit/>
          </a:bodyPr>
          <a:lstStyle/>
          <a:p>
            <a:r>
              <a:rPr lang="en-IE">
                <a:solidFill>
                  <a:srgbClr val="FFFFFF"/>
                </a:solidFill>
              </a:rPr>
              <a:t>Group Endeavour</a:t>
            </a:r>
          </a:p>
        </p:txBody>
      </p:sp>
    </p:spTree>
    <p:extLst>
      <p:ext uri="{BB962C8B-B14F-4D97-AF65-F5344CB8AC3E}">
        <p14:creationId xmlns:p14="http://schemas.microsoft.com/office/powerpoint/2010/main" val="37604068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F10C978-51B5-420C-9A05-C8F194EAC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D34D1C-4E49-4D32-96F1-E49CEBBF8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DE1C2A4-07AC-4931-BB55-109C585A5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0"/>
            <a:ext cx="12192000" cy="6857912"/>
            <a:chOff x="572" y="0"/>
            <a:chExt cx="12192000" cy="6857912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F4E679-EE44-4368-A9DB-0885B3833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 flipV="1">
              <a:off x="6096000" y="581055"/>
              <a:ext cx="4520" cy="569565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4936CF5-3DDC-44F6-9C3D-659B31F82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" y="0"/>
              <a:ext cx="12192000" cy="6857912"/>
              <a:chOff x="572" y="0"/>
              <a:chExt cx="12192000" cy="685791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EA52A28-303F-4B8C-A110-BF8EDC1398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667" y="6276706"/>
                <a:ext cx="12189811" cy="0"/>
              </a:xfrm>
              <a:prstGeom prst="line">
                <a:avLst/>
              </a:prstGeom>
              <a:ln w="127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0C593429-1971-4E78-AAC7-4D8EE5BEC3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572" y="580876"/>
                <a:ext cx="12192000" cy="0"/>
              </a:xfrm>
              <a:prstGeom prst="line">
                <a:avLst/>
              </a:prstGeom>
              <a:ln w="127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FF7FC5C-1A57-437E-9E66-1F97558177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8134324" y="3428956"/>
                <a:ext cx="6857912" cy="0"/>
              </a:xfrm>
              <a:prstGeom prst="line">
                <a:avLst/>
              </a:prstGeom>
              <a:ln w="127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3E2A2E1E-5A55-4724-9E05-1EB4F20D29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-2794261" y="3428956"/>
                <a:ext cx="6857912" cy="0"/>
              </a:xfrm>
              <a:prstGeom prst="line">
                <a:avLst/>
              </a:prstGeom>
              <a:ln w="127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F0BEC7C-2DD0-03F4-0929-6B9F9C205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0429"/>
            <a:ext cx="4933950" cy="1543185"/>
          </a:xfrm>
        </p:spPr>
        <p:txBody>
          <a:bodyPr>
            <a:normAutofit/>
          </a:bodyPr>
          <a:lstStyle/>
          <a:p>
            <a:r>
              <a:rPr lang="en-US" sz="4100"/>
              <a:t>Introduction/Dataset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EA384-9AF7-3854-AF27-374FBA27B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196"/>
            <a:ext cx="4933950" cy="343057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Using Dataset from NCT on pass and failures with car models and brands.</a:t>
            </a:r>
          </a:p>
          <a:p>
            <a:r>
              <a:rPr lang="en-US" dirty="0"/>
              <a:t>Identify which car models are likely to fail in a specific part category.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FDE3C6-C510-65AE-9472-13F13D2B0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058" y="844391"/>
            <a:ext cx="4916547" cy="2458273"/>
          </a:xfrm>
          <a:prstGeom prst="rect">
            <a:avLst/>
          </a:prstGeom>
        </p:spPr>
      </p:pic>
      <p:pic>
        <p:nvPicPr>
          <p:cNvPr id="5" name="Picture 4" descr="A graph showing the main failure&#10;&#10;AI-generated content may be incorrect.">
            <a:extLst>
              <a:ext uri="{FF2B5EF4-FFF2-40B4-BE49-F238E27FC236}">
                <a16:creationId xmlns:a16="http://schemas.microsoft.com/office/drawing/2014/main" id="{7703ACB2-1198-C987-73AB-9C8D40461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568" y="3610967"/>
            <a:ext cx="4916547" cy="242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985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6A15D-5160-49A8-6F40-FDDA61B0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2382-CCDA-DF15-2285-7275A4C9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Who are we targeting?... buyers, car owners, brand owners, manufacturers etc.</a:t>
            </a:r>
          </a:p>
          <a:p>
            <a:r>
              <a:rPr lang="en-US"/>
              <a:t>Locate flaws of each car model.</a:t>
            </a:r>
          </a:p>
          <a:p>
            <a:r>
              <a:rPr lang="en-US"/>
              <a:t>Present those flaws to the specified parties.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26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578D5-C2DE-6AD6-A3BF-C6D775B3E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is this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458E4-BB33-ACC7-5492-58502DD98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For Buyers...</a:t>
            </a:r>
          </a:p>
          <a:p>
            <a:r>
              <a:rPr lang="en-US"/>
              <a:t>Have awareness on the reliability of a specific car they want to purchase.</a:t>
            </a:r>
          </a:p>
          <a:p>
            <a:r>
              <a:rPr lang="en-US"/>
              <a:t>For Brand Owners, Manufacturers...</a:t>
            </a:r>
          </a:p>
          <a:p>
            <a:r>
              <a:rPr lang="en-US"/>
              <a:t>Reflect on the car's ability and flaws.</a:t>
            </a:r>
          </a:p>
        </p:txBody>
      </p:sp>
    </p:spTree>
    <p:extLst>
      <p:ext uri="{BB962C8B-B14F-4D97-AF65-F5344CB8AC3E}">
        <p14:creationId xmlns:p14="http://schemas.microsoft.com/office/powerpoint/2010/main" val="3912180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293296F-4C3A-4530-98F5-F83646ACE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916F6374-2300-41FF-BA7E-22FADCD95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7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864D9E-0A0C-482E-86DE-9C4E729C3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38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1D8599-D9BB-1F33-C424-E82F83B6F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6" y="579694"/>
            <a:ext cx="3910046" cy="29302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/>
              <a:t>Model results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59EF20D-5821-4F54-BD14-AB7D16330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71535" y="-6437"/>
            <a:ext cx="6400800" cy="6864437"/>
            <a:chOff x="5171535" y="-6437"/>
            <a:chExt cx="6400800" cy="686443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58C3964-BF34-4211-835A-24B827B779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581337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C498194-83A5-4CCE-AA0B-12C3FE68E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6276734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B125AC6-B711-4F7C-B0D2-8369A8D671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V="1">
              <a:off x="5171535" y="0"/>
              <a:ext cx="0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543B8FC-DC9A-4AC0-BF25-85AF5B49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Content Placeholder 3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7F2CE2A2-B2BB-C541-1B23-FD4262BF2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7075" y="1678904"/>
            <a:ext cx="5714598" cy="3500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207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59AD101-BC08-433A-AD99-409B66C2D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788242-4E16-4277-AC99-8601B722B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CC320D-51B1-527A-C821-60FB7E4F2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1337"/>
            <a:ext cx="3798436" cy="2060263"/>
          </a:xfrm>
        </p:spPr>
        <p:txBody>
          <a:bodyPr anchor="b">
            <a:normAutofit/>
          </a:bodyPr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54131-36ED-FF4A-EA97-2EE195E7F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88920"/>
            <a:ext cx="3798436" cy="338804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User inputs car make and year along with the failures.</a:t>
            </a:r>
          </a:p>
          <a:p>
            <a:r>
              <a:rPr lang="en-US" dirty="0"/>
              <a:t>Model will predict the main failure of the car.</a:t>
            </a:r>
          </a:p>
          <a:p>
            <a:r>
              <a:rPr lang="en-US" dirty="0"/>
              <a:t>Would be a better model if we had features of the car rather than failures.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E5E049A-4A23-44CB-B5ED-030BD25A1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67689" y="-6437"/>
            <a:ext cx="6399627" cy="6864437"/>
            <a:chOff x="5167689" y="-6437"/>
            <a:chExt cx="6399627" cy="686443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3B47A15-9292-4357-AA25-E187AC166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266E215-42AC-4D6A-A37F-B0C2E2FB9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DC49225-8670-4B30-BEA8-3CDE3C6DD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581337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2D652B-23A7-429E-A3E1-62ABA17B8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6276734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64F55F8-5EFF-4E16-95C1-83B24DDE8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67689" y="3389697"/>
              <a:ext cx="6399627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B1D00662-69CA-266E-38F0-EDD91F268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294" y="579304"/>
            <a:ext cx="2778457" cy="2844303"/>
          </a:xfrm>
          <a:prstGeom prst="rect">
            <a:avLst/>
          </a:prstGeom>
        </p:spPr>
      </p:pic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9E83481-18BF-B5DE-9321-BE553DAF5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201" y="4225504"/>
            <a:ext cx="4501857" cy="112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814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981CC-7FC2-FD1D-D539-DF3B10888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Limitations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6D0D0-EBFF-8A71-0F88-7B04CA869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Users should be aware that the cars can have problems that aren't indicated by the data used.</a:t>
            </a:r>
            <a:endParaRPr lang="en-US"/>
          </a:p>
          <a:p>
            <a:r>
              <a:rPr lang="en-US" dirty="0"/>
              <a:t>Failures aren't enough to predict useful stuff alone.</a:t>
            </a:r>
            <a:endParaRPr lang="en-US"/>
          </a:p>
          <a:p>
            <a:r>
              <a:rPr lang="en-US" dirty="0"/>
              <a:t>Car models aren't all explicitly stated.</a:t>
            </a:r>
            <a:endParaRPr lang="en-US"/>
          </a:p>
          <a:p>
            <a:r>
              <a:rPr lang="en-US" dirty="0"/>
              <a:t>There could be bias with the brand distribution within Ireland.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441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2DC2F-DD9D-153A-E94A-6B235B5C6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1200" y="2632323"/>
            <a:ext cx="10515600" cy="1325563"/>
          </a:xfrm>
        </p:spPr>
        <p:txBody>
          <a:bodyPr/>
          <a:lstStyle/>
          <a:p>
            <a:r>
              <a:rPr lang="en-US"/>
              <a:t>Thank you for listening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D158F-0DAC-9ADE-9AF9-0DC30DA0A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6224"/>
      </p:ext>
    </p:extLst>
  </p:cSld>
  <p:clrMapOvr>
    <a:masterClrMapping/>
  </p:clrMapOvr>
</p:sld>
</file>

<file path=ppt/theme/theme1.xml><?xml version="1.0" encoding="utf-8"?>
<a:theme xmlns:a="http://schemas.openxmlformats.org/drawingml/2006/main" name="ArchVTI">
  <a:themeElements>
    <a:clrScheme name="Custom 42">
      <a:dk1>
        <a:sysClr val="windowText" lastClr="000000"/>
      </a:dk1>
      <a:lt1>
        <a:sysClr val="window" lastClr="FFFFFF"/>
      </a:lt1>
      <a:dk2>
        <a:srgbClr val="642626"/>
      </a:dk2>
      <a:lt2>
        <a:srgbClr val="F3F0E9"/>
      </a:lt2>
      <a:accent1>
        <a:srgbClr val="556D6F"/>
      </a:accent1>
      <a:accent2>
        <a:srgbClr val="C05050"/>
      </a:accent2>
      <a:accent3>
        <a:srgbClr val="BF873A"/>
      </a:accent3>
      <a:accent4>
        <a:srgbClr val="D8897E"/>
      </a:accent4>
      <a:accent5>
        <a:srgbClr val="A4976B"/>
      </a:accent5>
      <a:accent6>
        <a:srgbClr val="D49D8C"/>
      </a:accent6>
      <a:hlink>
        <a:srgbClr val="D13D6E"/>
      </a:hlink>
      <a:folHlink>
        <a:srgbClr val="6C9D92"/>
      </a:folHlink>
    </a:clrScheme>
    <a:fontScheme name="Custom 16">
      <a:majorFont>
        <a:latin typeface="Footlight MT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VTI" id="{23FE938F-4DF0-4C94-8546-C2AC6D26660D}" vid="{62E62DA1-385F-4EE3-8841-58A87FAE206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ArchVTI</vt:lpstr>
      <vt:lpstr>AI Project</vt:lpstr>
      <vt:lpstr>Introduction/Dataset Overview</vt:lpstr>
      <vt:lpstr>The Business Problem</vt:lpstr>
      <vt:lpstr>Why is this important?</vt:lpstr>
      <vt:lpstr>Model results</vt:lpstr>
      <vt:lpstr>Demo</vt:lpstr>
      <vt:lpstr>Limitations Reflection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Project</dc:title>
  <dc:creator>X00227150 Tomas Auskalnis</dc:creator>
  <cp:lastModifiedBy>X00227150 Tomas Auskalnis</cp:lastModifiedBy>
  <cp:revision>59</cp:revision>
  <dcterms:created xsi:type="dcterms:W3CDTF">2025-11-19T09:12:33Z</dcterms:created>
  <dcterms:modified xsi:type="dcterms:W3CDTF">2025-12-09T10:29:43Z</dcterms:modified>
</cp:coreProperties>
</file>